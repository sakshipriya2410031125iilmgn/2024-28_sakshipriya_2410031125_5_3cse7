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DATA ANALYTICS ESSENTIALS</a:t>
            </a:r>
          </a:p>
          <a:p>
            <a:pPr algn="ctr">
              <a:defRPr sz="2200"/>
            </a:pPr>
            <a:r>
              <a:t>Internship / Course Report Presentation</a:t>
            </a:r>
          </a:p>
          <a:p>
            <a:pPr algn="ctr">
              <a:defRPr sz="2000"/>
            </a:pPr>
            <a:r>
              <a:t>Cisco Networking Academy</a:t>
            </a:r>
          </a:p>
          <a:p>
            <a:pPr algn="ctr">
              <a:defRPr sz="1600"/>
            </a:pPr>
            <a:r>
              <a:t>Sakshi Priya | Roll No. 2410031125 | B.Tech CSE | Batch 2024–28 | Section 3CSE7</a:t>
            </a:r>
          </a:p>
          <a:p>
            <a:pPr algn="ctr">
              <a:defRPr sz="1500"/>
            </a:pPr>
            <a:r>
              <a:t>Certificate issued: 15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Data analytics is the process of working with data to identify useful information, patterns and insights.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analytics process involves understanding, acquiring, preparing, transforming, analysing and communicating data.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course provides foundational exposure to data analytics concepts and practical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2. Course Provider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Cisco Networking Academy is the course provider shown on the completion certificate.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certificate confirms a student-level credential for completing the Data Analytics Essentials course.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This presentation is based on the competencies explicitly stated on the supplied certificate.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3.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Raw data is not automatically useful for decision-making.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Data may come in different formats and from different sources.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 structured process is needed to acquire, prepare, transform, analyse and communicate data.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course develops a foundational understanding of this 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4.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Understand how the data analytics process creates value from data.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Understand data formats, availability and methods of data acquisition.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Learn data transformation, preparation and basic statistical analysis.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Gain hands-on exposure to Excel, SQL, Tableau and other analytics tools.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Evaluate and share analytical work through a project portfolio.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5. Scope of the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Data analytics lifecycle and value creation.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Data characteristics, formats and acquisition.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Data preparation and transformation.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Basic statistical and analytical techniques.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Hands-on activities using Excel, SQL, Tableau and other tools.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Evaluation and sharing of analytical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6. Technologies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Excel – spreadsheet-based data analysis.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SQL – structured data handling and querying concepts.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Tableau – analytics and visualization.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Basic statistical techniques – introductory analysis of data.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Data preparation techniques – organizing and transforming data before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7. System Architecture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Data Sources → Data Acquisition → Data Preparation &amp; Transformation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→ Data Analysis → Visualization / Communication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→ Evaluation &amp; Portfolio Sharing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This is a conceptual representation of the analytics process described by the course competencies.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8.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1. Understand the analytics objective and required information.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2. Examine data format, availability and acquisition method.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3. Prepare and transform data for analysis.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4. Apply basic statistical and analytical techniques.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5. Use suitable tools such as Excel, SQL and Tableau.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6. Evaluate and communicate the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9. 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Understand the complete data analytics process at a foundational level.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Recognize common data characteristics and preparation requirements.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Understand basic statistical analysis and data transformation.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Identify suitable tools for data analysis and visualization.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Build a foundation for future work in data science, machine learning and data engineering.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10. Certificate &amp; Completion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Student: Sakshi Priya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Course: Data Analytics Essentials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Provider: Cisco Networking Academy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Credential: Student-level course completion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Issued on: 15 June 2026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completion certificate is attached as supporting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Data Analytics Essentials course provides a structured introduction to working with data.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It covers the analytics process, data preparation, basic analysis and practical analytics tools.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learning provides a useful foundation for future academic projects involving data analysis and visualization.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12.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Cisco Networking Academy – Data Analytics Essentials course and completion certificate.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Course learning materials and hands-on lab activities referenced by the completion credential.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Excel, SQL and Tableau as analytics tools identified in the supplied certificate.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Sakshi Priya | Data Analytics Essentials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